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포인트
1) 보안: 지금은 구글 시트 링크가 공개(링크만 있으면 누구나 열람)라서, 전 기기 ID/비밀번호가 평문으로 노출되는 구조. 서비스 계정 키 첨부 방식으로 바꾸면 키가 없는 사람은 접근 자체가 불가능해짐.
2) 유연성: 지금은 시트 URL이 소스코드에 하드코딩되어 있어서 바꾸려면 코드 수정+재배포 필요. '연동시트 변경' 버튼을 추가하면 URL/키를 즉시 교체 가능하고, 다른 팀도 같은 앱을 재사용할 수 있음.
3) 시트를 통째로 바꿔도, 이미 구현된 '유령 프로파일 감지' 기능이 이전 시트의 원격지를 자동으로 정리 대상으로 표시해줘서 추가 개발 부담이 적음.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시트 연동 개선안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 + 유연성 확보 — “연동시트 변경” 기능 제안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85816" cy="2880360"/>
          </a:xfrm>
          <a:prstGeom prst="roundRect">
            <a:avLst>
              <a:gd name="adj" fmla="val 3810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18488"/>
            <a:ext cx="4014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보안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457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시트가 “링크만 있으면 열람 가능” 상태라 전 기기 ID·비밀번호가 평문 그대로 노출됨.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개선안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비공개 전환 + “연결 키”(서비스 계정 인증) 첨부 방식 도입.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4496" y="1325880"/>
            <a:ext cx="5385816" cy="2880360"/>
          </a:xfrm>
          <a:prstGeom prst="roundRect">
            <a:avLst>
              <a:gd name="adj" fmla="val 3810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4536" y="1645920"/>
            <a:ext cx="640080" cy="64008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97496" y="1618488"/>
            <a:ext cx="4014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유연성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574536" y="2331720"/>
            <a:ext cx="47457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주소가 소스 코드에 고정되어 있어, 바꾸려면 코드 수정·재배포가 필요함.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개선안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“연동시트 변경” 버튼으로 URL·키를 즉시 교체, 재배포 없이 반영.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11091672" cy="1965960"/>
          </a:xfrm>
          <a:prstGeom prst="roundRect">
            <a:avLst>
              <a:gd name="adj" fmla="val 558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화면 스케치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" y="4892040"/>
            <a:ext cx="10451592" cy="1353312"/>
          </a:xfrm>
          <a:prstGeom prst="roundRect">
            <a:avLst>
              <a:gd name="adj" fmla="val 5405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43000" y="5001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연동시트 변경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143000" y="5349240"/>
            <a:ext cx="5852892" cy="365760"/>
          </a:xfrm>
          <a:prstGeom prst="roundRect">
            <a:avLst>
              <a:gd name="adj" fmla="val 15000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80160" y="5349240"/>
            <a:ext cx="5578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시트 URL 입력…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224492" y="5349240"/>
            <a:ext cx="4004340" cy="365760"/>
          </a:xfrm>
          <a:prstGeom prst="roundRect">
            <a:avLst>
              <a:gd name="adj" fmla="val 15000"/>
            </a:avLst>
          </a:prstGeom>
          <a:solidFill>
            <a:srgbClr val="2A2A2A"/>
          </a:solidFill>
          <a:ln w="12700">
            <a:solidFill>
              <a:srgbClr val="6FA8DC"/>
            </a:solidFill>
            <a:prstDash val="dash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20" y="544068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90252" y="5349240"/>
            <a:ext cx="3592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키 첨부(.json, 선택)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143000" y="5879592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3E7CB1"/>
          </a:solidFill>
          <a:ln/>
        </p:spPr>
      </p:sp>
      <p:sp>
        <p:nvSpPr>
          <p:cNvPr id="24" name="Text 19"/>
          <p:cNvSpPr/>
          <p:nvPr/>
        </p:nvSpPr>
        <p:spPr>
          <a:xfrm>
            <a:off x="1143000" y="5879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후 새로고침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063240" y="5879592"/>
            <a:ext cx="7982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키가 없으면 지금처럼 공개 링크 방식으로 바로 연동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초안 스케치 — 문구/배치는 조정 가능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2026-07-23T02:40:52Z</dcterms:created>
  <dcterms:modified xsi:type="dcterms:W3CDTF">2026-07-23T02:40:52Z</dcterms:modified>
</cp:coreProperties>
</file>