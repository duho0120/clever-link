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autoCompressPictures="0">
  <p:sldMasterIdLst>
    <p:sldMasterId id="2147483653" r:id="rId3"/>
  </p:sldMasterIdLst>
  <p:notesMasterIdLst>
    <p:notesMasterId r:id="rId5"/>
  </p:notesMasterIdLst>
  <p:sldIdLst>
    <p:sldId id="256" r:id="rId7"/>
    <p:sldId id="257" r:id="rId8"/>
  </p:sldIdLst>
  <p:notesMasterIdLst/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3" Type="http://schemas.openxmlformats.org/officeDocument/2006/relationships/slideMaster" Target="slideMasters/slideMaster1.xml"></Relationship><Relationship Id="rId4" Type="http://schemas.openxmlformats.org/officeDocument/2006/relationships/theme" Target="theme/theme1.xml"></Relationship><Relationship Id="rId5" Type="http://schemas.openxmlformats.org/officeDocument/2006/relationships/notesMaster" Target="notesMasters/notesMaster1.xml"></Relationship><Relationship Id="rId7" Type="http://schemas.openxmlformats.org/officeDocument/2006/relationships/slide" Target="slides/slide1.xml"></Relationship><Relationship Id="rId8" Type="http://schemas.openxmlformats.org/officeDocument/2006/relationships/slide" Target="slides/slide2.xml"></Relationship><Relationship Id="rId11" Type="http://schemas.openxmlformats.org/officeDocument/2006/relationships/viewProps" Target="viewProps.xml"></Relationship><Relationship Id="rId12" Type="http://schemas.openxmlformats.org/officeDocument/2006/relationships/presProps" Target="presProps.xml"></Relationship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락업 안. 작은 크기(32px 이하)에서는 Clever/Link 글자가 뭉개지므로, 실제 .ico에는 큰 해상도에만 사용하고 작은 해상도에는 CL만 남긴 단순본을 넣습니다.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별자리 경로 안. 규칙적인 지그재그는 C와 묶여 'CW'처럼 읽히므로, 진폭을 낮추고 양 끝 노드를 키워 경로로 읽히게 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2" Type="http://schemas.openxmlformats.org/officeDocument/2006/relationships/notesSlide" Target="../notesSlides/notesSlide2.xml"></Relationship><Relationship Id="rId3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 rot="0">
            <a:off x="502920" y="474345"/>
            <a:ext cx="4023995" cy="4023995"/>
          </a:xfrm>
          <a:prstGeom prst="roundRect">
            <a:avLst>
              <a:gd name="adj" fmla="val 23500"/>
            </a:avLst>
          </a:prstGeom>
          <a:gradFill rotWithShape="1">
            <a:gsLst>
              <a:gs pos="0">
                <a:srgbClr val="102A5C"/>
              </a:gs>
              <a:gs pos="50000">
                <a:srgbClr val="1C6FA8"/>
              </a:gs>
              <a:gs pos="100000">
                <a:srgbClr val="38B3C9"/>
              </a:gs>
            </a:gsLst>
            <a:lin ang="2700000"/>
          </a:gradFill>
          <a:ln cap="flat" cmpd="sng">
            <a:prstDash/>
          </a:ln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  <a:endParaRPr lang="ko-KR" altLang="en-US" sz="1800">
              <a:solidFill>
                <a:schemeClr val="tx1"/>
              </a:solidFill>
              <a:latin typeface="Calibri" charset="0"/>
              <a:ea typeface="+mn-ea"/>
              <a:cs typeface="+mn-cs"/>
            </a:endParaRPr>
          </a:p>
        </p:txBody>
      </p:sp>
      <p:sp>
        <p:nvSpPr>
          <p:cNvPr id="3" name="Text 1"/>
          <p:cNvSpPr>
            <a:spLocks/>
          </p:cNvSpPr>
          <p:nvPr/>
        </p:nvSpPr>
        <p:spPr>
          <a:xfrm rot="0">
            <a:off x="1401445" y="1489075"/>
            <a:ext cx="1163320" cy="1372235"/>
          </a:xfrm>
          <a:prstGeom prst="rect"/>
          <a:noFill/>
          <a:ln cap="flat" cmpd="sng">
            <a:prstDash/>
          </a:ln>
        </p:spPr>
        <p:txBody>
          <a:bodyPr wrap="non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5000">
                <a:solidFill>
                  <a:srgbClr val="FFFFFF"/>
                </a:solidFill>
                <a:latin typeface="Segoe UI Black" charset="0"/>
                <a:ea typeface="Segoe UI Black" charset="0"/>
                <a:cs typeface="Segoe UI Black" charset="0"/>
              </a:rPr>
              <a:t>C</a:t>
            </a:r>
            <a:endParaRPr lang="ko-KR" altLang="en-US" sz="15000">
              <a:solidFill>
                <a:srgbClr val="FFFFFF"/>
              </a:solidFill>
              <a:latin typeface="Segoe UI Black" charset="0"/>
              <a:ea typeface="Segoe UI Black" charset="0"/>
              <a:cs typeface="Segoe UI Black" charset="0"/>
            </a:endParaRPr>
          </a:p>
        </p:txBody>
      </p:sp>
      <p:sp>
        <p:nvSpPr>
          <p:cNvPr id="4" name="Text 2"/>
          <p:cNvSpPr>
            <a:spLocks/>
          </p:cNvSpPr>
          <p:nvPr/>
        </p:nvSpPr>
        <p:spPr>
          <a:xfrm rot="0">
            <a:off x="2512695" y="1489075"/>
            <a:ext cx="997585" cy="1372235"/>
          </a:xfrm>
          <a:prstGeom prst="rect"/>
          <a:noFill/>
          <a:ln cap="flat" cmpd="sng">
            <a:prstDash/>
          </a:ln>
        </p:spPr>
        <p:txBody>
          <a:bodyPr wrap="non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5000">
                <a:solidFill>
                  <a:srgbClr val="FFFFFF"/>
                </a:solidFill>
                <a:latin typeface="Segoe UI Black" charset="0"/>
                <a:ea typeface="Segoe UI Black" charset="0"/>
                <a:cs typeface="Segoe UI Black" charset="0"/>
              </a:rPr>
              <a:t>L</a:t>
            </a:r>
            <a:endParaRPr lang="ko-KR" altLang="en-US" sz="15000">
              <a:solidFill>
                <a:srgbClr val="FFFFFF"/>
              </a:solidFill>
              <a:latin typeface="Segoe UI Black" charset="0"/>
              <a:ea typeface="Segoe UI Black" charset="0"/>
              <a:cs typeface="Segoe UI Black" charset="0"/>
            </a:endParaRPr>
          </a:p>
        </p:txBody>
      </p:sp>
      <p:sp>
        <p:nvSpPr>
          <p:cNvPr id="5" name="Text 3"/>
          <p:cNvSpPr>
            <a:spLocks/>
          </p:cNvSpPr>
          <p:nvPr/>
        </p:nvSpPr>
        <p:spPr>
          <a:xfrm rot="0">
            <a:off x="1482090" y="2862580"/>
            <a:ext cx="1080770" cy="457835"/>
          </a:xfrm>
          <a:prstGeom prst="rect"/>
          <a:noFill/>
          <a:ln cap="flat" cmpd="sng">
            <a:prstDash/>
          </a:ln>
        </p:spPr>
        <p:txBody>
          <a:bodyPr wrap="non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2800">
                <a:solidFill>
                  <a:srgbClr val="78DBEC"/>
                </a:solidFill>
                <a:latin typeface="Segoe UI Semibold" charset="0"/>
                <a:ea typeface="Segoe UI Semibold" charset="0"/>
                <a:cs typeface="Segoe UI Semibold" charset="0"/>
              </a:rPr>
              <a:t>Clever</a:t>
            </a:r>
            <a:endParaRPr lang="ko-KR" altLang="en-US" sz="2800">
              <a:solidFill>
                <a:srgbClr val="78DBEC"/>
              </a:solidFill>
              <a:latin typeface="Segoe UI Semibold" charset="0"/>
              <a:ea typeface="Segoe UI Semibold" charset="0"/>
              <a:cs typeface="Segoe UI Semibold" charset="0"/>
            </a:endParaRPr>
          </a:p>
        </p:txBody>
      </p:sp>
      <p:sp>
        <p:nvSpPr>
          <p:cNvPr id="6" name="Text 4"/>
          <p:cNvSpPr>
            <a:spLocks/>
          </p:cNvSpPr>
          <p:nvPr/>
        </p:nvSpPr>
        <p:spPr>
          <a:xfrm rot="0">
            <a:off x="2846705" y="2859405"/>
            <a:ext cx="659130" cy="457835"/>
          </a:xfrm>
          <a:prstGeom prst="rect"/>
          <a:noFill/>
          <a:ln cap="flat" cmpd="sng">
            <a:prstDash/>
          </a:ln>
        </p:spPr>
        <p:txBody>
          <a:bodyPr wrap="non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2800">
                <a:solidFill>
                  <a:srgbClr val="78DBEC"/>
                </a:solidFill>
                <a:latin typeface="Segoe UI Semibold" charset="0"/>
                <a:ea typeface="Segoe UI Semibold" charset="0"/>
                <a:cs typeface="Segoe UI Semibold" charset="0"/>
              </a:rPr>
              <a:t>Link</a:t>
            </a:r>
            <a:endParaRPr lang="ko-KR" altLang="en-US" sz="2800">
              <a:solidFill>
                <a:srgbClr val="78DBEC"/>
              </a:solidFill>
              <a:latin typeface="Segoe UI Semibold" charset="0"/>
              <a:ea typeface="Segoe UI Semibold" charset="0"/>
              <a:cs typeface="Segoe UI Semibold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0" y="567055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락업 · 소문자 틸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0" y="1216025"/>
            <a:ext cx="36576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L — Segoe UI Black, 흰색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545590"/>
            <a:ext cx="36576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 / Link — Segoe UI Semibold, 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2048510"/>
            <a:ext cx="201295" cy="201295"/>
          </a:xfrm>
          <a:prstGeom prst="rect">
            <a:avLst/>
          </a:prstGeom>
          <a:solidFill>
            <a:srgbClr val="102A5C"/>
          </a:solidFill>
          <a:ln w="6350">
            <a:solidFill>
              <a:srgbClr val="D6DEE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49240" y="2002790"/>
            <a:ext cx="333756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배지 그라데이션 시작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2377440"/>
            <a:ext cx="201295" cy="201295"/>
          </a:xfrm>
          <a:prstGeom prst="rect">
            <a:avLst/>
          </a:prstGeom>
          <a:solidFill>
            <a:srgbClr val="1C6FA8"/>
          </a:solidFill>
          <a:ln w="6350">
            <a:solidFill>
              <a:srgbClr val="D6DEE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349240" y="2331720"/>
            <a:ext cx="333756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배지 그라데이션 중간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2706370"/>
            <a:ext cx="201295" cy="201295"/>
          </a:xfrm>
          <a:prstGeom prst="rect">
            <a:avLst/>
          </a:prstGeom>
          <a:solidFill>
            <a:srgbClr val="38B3C9"/>
          </a:solidFill>
          <a:ln w="6350">
            <a:solidFill>
              <a:srgbClr val="D6DEE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49240" y="2660650"/>
            <a:ext cx="333756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배지 그라데이션 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3035935"/>
            <a:ext cx="201295" cy="201295"/>
          </a:xfrm>
          <a:prstGeom prst="rect">
            <a:avLst/>
          </a:prstGeom>
          <a:solidFill>
            <a:srgbClr val="78DBEC"/>
          </a:solidFill>
          <a:ln w="6350">
            <a:solidFill>
              <a:srgbClr val="D6DEE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349240" y="2990215"/>
            <a:ext cx="333756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소문자 (Clever / Link)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493135"/>
            <a:ext cx="36576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요소가 도형·텍스트로 되어 있어 색·크기·위치를 직접 바꿀 수 있습니다. 배지를 클릭 후 [도형 서식] &gt; [그라데이션 채우기]에서 색을 조정하세요.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 rot="0">
            <a:off x="506095" y="457200"/>
            <a:ext cx="4023995" cy="4023995"/>
          </a:xfrm>
          <a:prstGeom prst="roundRect">
            <a:avLst>
              <a:gd name="adj" fmla="val 23500"/>
            </a:avLst>
          </a:prstGeom>
          <a:gradFill rotWithShape="1">
            <a:gsLst>
              <a:gs pos="0">
                <a:srgbClr val="102A5C"/>
              </a:gs>
              <a:gs pos="50000">
                <a:srgbClr val="1C6FA8"/>
              </a:gs>
              <a:gs pos="100000">
                <a:srgbClr val="38B3C9"/>
              </a:gs>
            </a:gsLst>
            <a:lin ang="2700000"/>
          </a:gradFill>
          <a:ln cap="flat" cmpd="sng">
            <a:prstDash/>
          </a:ln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  <a:endParaRPr lang="ko-KR" altLang="en-US" sz="1800">
              <a:solidFill>
                <a:schemeClr val="tx1"/>
              </a:solidFill>
              <a:latin typeface="Calibri" charset="0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4175" y="1143000"/>
            <a:ext cx="2651760" cy="2651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C</a:t>
            </a:r>
            <a:endParaRPr lang="en-US" sz="19000" dirty="0"/>
          </a:p>
        </p:txBody>
      </p:sp>
      <p:cxnSp>
        <p:nvCxnSpPr>
          <p:cNvPr id="4" name="Shape 2"/>
          <p:cNvCxnSpPr/>
          <p:nvPr/>
        </p:nvCxnSpPr>
        <p:spPr>
          <a:xfrm rot="0" flipV="1">
            <a:off x="2574925" y="2150110"/>
            <a:ext cx="463550" cy="563880"/>
          </a:xfrm>
          <a:prstGeom prst="line"/>
          <a:noFill/>
          <a:ln w="101600" cap="flat" cmpd="sng">
            <a:solidFill>
              <a:srgbClr val="FFFFF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hape 3"/>
          <p:cNvCxnSpPr/>
          <p:nvPr/>
        </p:nvCxnSpPr>
        <p:spPr>
          <a:xfrm rot="0">
            <a:off x="3037840" y="2150110"/>
            <a:ext cx="483235" cy="403225"/>
          </a:xfrm>
          <a:prstGeom prst="line"/>
          <a:noFill/>
          <a:ln w="101600" cap="flat" cmpd="sng">
            <a:solidFill>
              <a:srgbClr val="FFFFF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hape 4"/>
          <p:cNvCxnSpPr/>
          <p:nvPr/>
        </p:nvCxnSpPr>
        <p:spPr>
          <a:xfrm rot="0" flipV="1">
            <a:off x="3520440" y="1983105"/>
            <a:ext cx="483235" cy="563880"/>
          </a:xfrm>
          <a:prstGeom prst="line"/>
          <a:noFill/>
          <a:ln w="101600" cap="flat" cmpd="sng">
            <a:solidFill>
              <a:srgbClr val="FFFFF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hape 5"/>
          <p:cNvSpPr>
            <a:spLocks/>
          </p:cNvSpPr>
          <p:nvPr/>
        </p:nvSpPr>
        <p:spPr>
          <a:xfrm rot="0">
            <a:off x="2349500" y="2487930"/>
            <a:ext cx="451485" cy="451485"/>
          </a:xfrm>
          <a:prstGeom prst="ellipse"/>
          <a:solidFill>
            <a:srgbClr val="FFFFFF"/>
          </a:solidFill>
          <a:ln cap="flat" cmpd="sng">
            <a:prstDash/>
          </a:ln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  <a:endParaRPr lang="ko-KR" altLang="en-US" sz="1800">
              <a:solidFill>
                <a:schemeClr val="tx1"/>
              </a:solidFill>
              <a:latin typeface="Calibri" charset="0"/>
              <a:ea typeface="+mn-ea"/>
              <a:cs typeface="+mn-cs"/>
            </a:endParaRPr>
          </a:p>
        </p:txBody>
      </p:sp>
      <p:sp>
        <p:nvSpPr>
          <p:cNvPr id="8" name="Shape 6"/>
          <p:cNvSpPr>
            <a:spLocks/>
          </p:cNvSpPr>
          <p:nvPr/>
        </p:nvSpPr>
        <p:spPr>
          <a:xfrm rot="0">
            <a:off x="2868930" y="1981200"/>
            <a:ext cx="338455" cy="338455"/>
          </a:xfrm>
          <a:prstGeom prst="ellipse"/>
          <a:solidFill>
            <a:srgbClr val="FFFFFF"/>
          </a:solidFill>
          <a:ln cap="flat" cmpd="sng">
            <a:prstDash/>
          </a:ln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  <a:endParaRPr lang="ko-KR" altLang="en-US" sz="1800">
              <a:solidFill>
                <a:schemeClr val="tx1"/>
              </a:solidFill>
              <a:latin typeface="Calibri" charset="0"/>
              <a:ea typeface="+mn-ea"/>
              <a:cs typeface="+mn-cs"/>
            </a:endParaRPr>
          </a:p>
        </p:txBody>
      </p:sp>
      <p:sp>
        <p:nvSpPr>
          <p:cNvPr id="9" name="Shape 7"/>
          <p:cNvSpPr>
            <a:spLocks/>
          </p:cNvSpPr>
          <p:nvPr/>
        </p:nvSpPr>
        <p:spPr>
          <a:xfrm rot="0">
            <a:off x="3351530" y="2377440"/>
            <a:ext cx="338455" cy="338455"/>
          </a:xfrm>
          <a:prstGeom prst="ellipse"/>
          <a:solidFill>
            <a:srgbClr val="FFFFFF"/>
          </a:solidFill>
          <a:ln cap="flat" cmpd="sng">
            <a:prstDash/>
          </a:ln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  <a:endParaRPr lang="ko-KR" altLang="en-US" sz="1800">
              <a:solidFill>
                <a:schemeClr val="tx1"/>
              </a:solidFill>
              <a:latin typeface="Calibri" charset="0"/>
              <a:ea typeface="+mn-ea"/>
              <a:cs typeface="+mn-cs"/>
            </a:endParaRPr>
          </a:p>
        </p:txBody>
      </p:sp>
      <p:sp>
        <p:nvSpPr>
          <p:cNvPr id="10" name="Shape 8"/>
          <p:cNvSpPr>
            <a:spLocks/>
          </p:cNvSpPr>
          <p:nvPr/>
        </p:nvSpPr>
        <p:spPr>
          <a:xfrm rot="0">
            <a:off x="3778250" y="1757680"/>
            <a:ext cx="451485" cy="451485"/>
          </a:xfrm>
          <a:prstGeom prst="ellipse"/>
          <a:solidFill>
            <a:srgbClr val="FFFFFF"/>
          </a:solidFill>
          <a:ln cap="flat" cmpd="sng">
            <a:prstDash/>
          </a:ln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  <a:endParaRPr lang="ko-KR" altLang="en-US" sz="1800">
              <a:solidFill>
                <a:schemeClr val="tx1"/>
              </a:solidFill>
              <a:latin typeface="Calibri" charset="0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0" y="567055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얕은 진폭 경로</a:t>
            </a:r>
            <a:endParaRPr lang="en-US" sz="2400" dirty="0"/>
          </a:p>
        </p:txBody>
      </p:sp>
      <p:sp>
        <p:nvSpPr>
          <p:cNvPr id="12" name="Text 10"/>
          <p:cNvSpPr>
            <a:spLocks/>
          </p:cNvSpPr>
          <p:nvPr/>
        </p:nvSpPr>
        <p:spPr>
          <a:xfrm rot="0">
            <a:off x="5029200" y="1216025"/>
            <a:ext cx="3658235" cy="31178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1200" b="1">
                <a:solidFill>
                  <a:srgbClr val="16202E"/>
                </a:solidFill>
                <a:latin typeface="Calibri" charset="0"/>
                <a:ea typeface="Calibri" charset="0"/>
                <a:cs typeface="Calibri" charset="0"/>
              </a:rPr>
              <a:t>C — Segoe UI Black, 흰색</a:t>
            </a:r>
            <a:endParaRPr lang="ko-KR" altLang="en-US" sz="1200" b="1">
              <a:solidFill>
                <a:srgbClr val="16202E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0" y="1545590"/>
            <a:ext cx="36576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노드 4개 + 연결선 — 흰색 도형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2048510"/>
            <a:ext cx="201295" cy="201295"/>
          </a:xfrm>
          <a:prstGeom prst="rect">
            <a:avLst/>
          </a:prstGeom>
          <a:solidFill>
            <a:srgbClr val="102A5C"/>
          </a:solidFill>
          <a:ln w="6350">
            <a:solidFill>
              <a:srgbClr val="D6DEE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49240" y="2002790"/>
            <a:ext cx="333756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배지 그라데이션 시작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2377440"/>
            <a:ext cx="201295" cy="201295"/>
          </a:xfrm>
          <a:prstGeom prst="rect">
            <a:avLst/>
          </a:prstGeom>
          <a:solidFill>
            <a:srgbClr val="1C6FA8"/>
          </a:solidFill>
          <a:ln w="6350">
            <a:solidFill>
              <a:srgbClr val="D6DEE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349240" y="2331720"/>
            <a:ext cx="333756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배지 그라데이션 중간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706370"/>
            <a:ext cx="201295" cy="201295"/>
          </a:xfrm>
          <a:prstGeom prst="rect">
            <a:avLst/>
          </a:prstGeom>
          <a:solidFill>
            <a:srgbClr val="38B3C9"/>
          </a:solidFill>
          <a:ln w="6350">
            <a:solidFill>
              <a:srgbClr val="D6DEE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349240" y="2660650"/>
            <a:ext cx="333756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배지 그라데이션 끝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163570"/>
            <a:ext cx="36576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노드는 각각 독립된 원 도형입니다. 끌어서 위치를 옮기면 연결선은 따라오지 않으니, 선 끝점도 함께 조정해 주세요.</a:t>
            </a:r>
            <a:endParaRPr lang="en-US" sz="1200" dirty="0"/>
          </a:p>
        </p:txBody>
      </p:sp>
      <p:sp>
        <p:nvSpPr>
          <p:cNvPr id="21" name="Text 19"/>
          <p:cNvSpPr>
            <a:spLocks/>
          </p:cNvSpPr>
          <p:nvPr/>
        </p:nvSpPr>
        <p:spPr>
          <a:xfrm rot="0">
            <a:off x="5029200" y="3610610"/>
            <a:ext cx="3658235" cy="31178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1200">
                <a:solidFill>
                  <a:srgbClr val="5D6D7E"/>
                </a:solidFill>
                <a:latin typeface="Calibri" charset="0"/>
                <a:ea typeface="Calibri" charset="0"/>
                <a:cs typeface="Calibri" charset="0"/>
              </a:rPr>
              <a:t>양 끝 노드가 가운데 두 개보다 크게 되어 있습니다 (시선 흐름용).</a:t>
            </a:r>
            <a:endParaRPr lang="ko-KR" altLang="en-US" sz="1200">
              <a:solidFill>
                <a:srgbClr val="5D6D7E"/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Company>PptxGenJS</Company>
  <DocSecurity>0</DocSecurity>
  <HyperlinksChanged>false</HyperlinksChanged>
  <Lines>0</Lines>
  <LinksUpToDate>false</LinksUpToDate>
  <Pages>2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CleverLink</dc:creator>
  <cp:lastModifiedBy>이두호</cp:lastModifiedBy>
  <dc:title>CleverLink 아이콘 시안 (편집용)</dc:title>
  <dc:subject>PptxGenJS Presentation</dc:subject>
  <cp:version>10.105.293.56114</cp:version>
  <dcterms:modified xsi:type="dcterms:W3CDTF">2026-07-24T02:53:42Z</dcterms:modified>
</cp:coreProperties>
</file>